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"/>
          <p:cNvSpPr>
            <a:spLocks noGrp="1"/>
          </p:cNvSpPr>
          <p:nvPr/>
        </p:nvSpPr>
        <p:spPr>
          <a:xfrm>
            <a:off x="838200" y="838200"/>
            <a:ext cx="7000000" cy="2000000"/>
          </a:xfrm>
          <a:prstGeom prst="rect">
            <a:avLst/>
          </a:prstGeom>
        </p:spPr>
        <p:txBody>
          <a:bodyPr/>
          <a:p>
            <a:r>
              <a:rPr lang="en-US" sz="2400"/>
              <a:t>E2E Sample Deck - Slide One</a:t>
            </a:r>
          </a:p>
        </p:txBody>
      </p:sp>
    </p:spTree>
  </p:cSld>
</p:sld>
</file>